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320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385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645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25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0664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090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4DEC6-1BD1-17A2-B34A-AE48324117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825429" cy="10252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137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873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37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53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205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2426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16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1293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257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1790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61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3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4567" y="1120676"/>
            <a:ext cx="78953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3600" dirty="0"/>
          </a:p>
          <a:p>
            <a:r>
              <a:rPr lang="vi-VN" sz="3600" b="1" dirty="0">
                <a:solidFill>
                  <a:srgbClr val="0070C0"/>
                </a:solidFill>
              </a:rPr>
              <a:t>XÂY DỰNG HỆ THỐNG BÀI GIẢNG TRỰC TUYẾN SỬ DỤNG ASP.NET CORE FRAMEWORK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75314" y="3458497"/>
            <a:ext cx="4177305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dirty="0"/>
              <a:t>SV: Nguyễn Quốc Việt - 0306221394</a:t>
            </a:r>
            <a:br>
              <a:rPr dirty="0"/>
            </a:br>
            <a:r>
              <a:rPr dirty="0"/>
              <a:t>SV: Nguyễn </a:t>
            </a:r>
            <a:r>
              <a:rPr lang="vi-VN" dirty="0"/>
              <a:t>Hoàng</a:t>
            </a:r>
            <a:r>
              <a:rPr dirty="0"/>
              <a:t> Thiện - 0306221375</a:t>
            </a:r>
            <a:br>
              <a:rPr dirty="0"/>
            </a:br>
            <a:r>
              <a:rPr dirty="0" err="1"/>
              <a:t>Lớp</a:t>
            </a:r>
            <a:r>
              <a:rPr dirty="0"/>
              <a:t>: </a:t>
            </a:r>
            <a:r>
              <a:rPr lang="vi-VN" dirty="0"/>
              <a:t>CDTH22WEb</a:t>
            </a:r>
            <a:r>
              <a:rPr dirty="0"/>
              <a:t>C</a:t>
            </a:r>
            <a:endParaRPr lang="en-US" dirty="0"/>
          </a:p>
          <a:p>
            <a:pPr>
              <a:defRPr sz="2000">
                <a:solidFill>
                  <a:srgbClr val="505050"/>
                </a:solidFill>
              </a:defRPr>
            </a:pPr>
            <a:r>
              <a:rPr dirty="0"/>
              <a:t>GVHD: </a:t>
            </a:r>
            <a:r>
              <a:rPr dirty="0" err="1"/>
              <a:t>ThS</a:t>
            </a:r>
            <a:r>
              <a:rPr dirty="0"/>
              <a:t>. Nguyễn Đức Duy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2862" y="679941"/>
            <a:ext cx="718818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 err="1"/>
              <a:t>Giới</a:t>
            </a:r>
            <a:r>
              <a:rPr dirty="0"/>
              <a:t> </a:t>
            </a:r>
            <a:r>
              <a:rPr dirty="0" err="1"/>
              <a:t>thiệu</a:t>
            </a:r>
            <a:r>
              <a:rPr dirty="0"/>
              <a:t> </a:t>
            </a:r>
            <a:r>
              <a:rPr dirty="0" err="1"/>
              <a:t>chức</a:t>
            </a:r>
            <a:r>
              <a:rPr dirty="0"/>
              <a:t> </a:t>
            </a:r>
            <a:r>
              <a:rPr dirty="0" err="1"/>
              <a:t>năn</a:t>
            </a:r>
            <a:r>
              <a:rPr lang="en-US" dirty="0" err="1"/>
              <a:t>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76340" y="2020529"/>
            <a:ext cx="629854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Các </a:t>
            </a:r>
            <a:r>
              <a:rPr lang="en-US" sz="3200" dirty="0" err="1"/>
              <a:t>chức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cơ</a:t>
            </a:r>
            <a:r>
              <a:rPr lang="en-US" sz="3200" dirty="0"/>
              <a:t> </a:t>
            </a:r>
            <a:r>
              <a:rPr lang="en-US" sz="3200" dirty="0" err="1"/>
              <a:t>bản</a:t>
            </a:r>
            <a:endParaRPr sz="3200"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,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xuất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Quản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giảng</a:t>
            </a:r>
            <a:r>
              <a:rPr dirty="0"/>
              <a:t> (</a:t>
            </a:r>
            <a:r>
              <a:rPr dirty="0" err="1"/>
              <a:t>thêm</a:t>
            </a:r>
            <a:r>
              <a:rPr dirty="0"/>
              <a:t>, </a:t>
            </a:r>
            <a:r>
              <a:rPr dirty="0" err="1"/>
              <a:t>sửa</a:t>
            </a:r>
            <a:r>
              <a:rPr dirty="0"/>
              <a:t>, </a:t>
            </a:r>
            <a:r>
              <a:rPr dirty="0" err="1"/>
              <a:t>xoá</a:t>
            </a:r>
            <a:r>
              <a:rPr dirty="0"/>
              <a:t>)</a:t>
            </a:r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Quản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học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</a:t>
            </a:r>
            <a:r>
              <a:rPr lang="en-US" dirty="0"/>
              <a:t>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lang="en-US"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lang="en-US" dirty="0"/>
              <a:t>• 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giảng</a:t>
            </a:r>
            <a:r>
              <a:rPr lang="en-US" dirty="0"/>
              <a:t> </a:t>
            </a:r>
            <a:r>
              <a:rPr lang="en-US" dirty="0" err="1"/>
              <a:t>viên</a:t>
            </a:r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quyền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(Admin, GV, SV)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9861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tích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28098" y="940075"/>
            <a:ext cx="157600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Use Case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55CA7-9794-64C4-D057-4869D01D9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98" y="1651218"/>
            <a:ext cx="8060731" cy="474958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6B024C-F3D6-15FD-0BA3-474F71D7F249}"/>
              </a:ext>
            </a:extLst>
          </p:cNvPr>
          <p:cNvSpPr txBox="1"/>
          <p:nvPr/>
        </p:nvSpPr>
        <p:spPr>
          <a:xfrm>
            <a:off x="737420" y="518962"/>
            <a:ext cx="204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ERD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939380-38B6-3CAB-4724-549E1EE3B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3226"/>
            <a:ext cx="9143999" cy="58747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2042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-33233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kế</a:t>
            </a:r>
            <a:r>
              <a:rPr dirty="0"/>
              <a:t> </a:t>
            </a:r>
            <a:r>
              <a:rPr dirty="0" err="1"/>
              <a:t>cơ</a:t>
            </a:r>
            <a:r>
              <a:rPr dirty="0"/>
              <a:t> </a:t>
            </a:r>
            <a:r>
              <a:rPr dirty="0" err="1"/>
              <a:t>sở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62000" y="321201"/>
            <a:ext cx="2624436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hinh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152644-80A1-5DC0-1749-758F0307E5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8310"/>
            <a:ext cx="9144000" cy="5859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Thiết kế giao diện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4372" y="1280160"/>
            <a:ext cx="189667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01895-8848-4B88-D7DA-909B05BF9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71" y="1779639"/>
            <a:ext cx="8009357" cy="4591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t>Giao diện trang chủ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74C953-4978-AAE3-7CA2-4A4DAE4D7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42" y="1465006"/>
            <a:ext cx="8229600" cy="4886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9080" y="188780"/>
            <a:ext cx="544007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 err="1"/>
              <a:t>Lời</a:t>
            </a:r>
            <a:r>
              <a:rPr dirty="0"/>
              <a:t> </a:t>
            </a:r>
            <a:r>
              <a:rPr dirty="0" err="1"/>
              <a:t>cảm</a:t>
            </a:r>
            <a:r>
              <a:rPr dirty="0"/>
              <a:t> </a:t>
            </a:r>
            <a:r>
              <a:rPr dirty="0" err="1"/>
              <a:t>ơn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7549" y="1582340"/>
            <a:ext cx="766890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	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ban </a:t>
            </a:r>
            <a:r>
              <a:rPr lang="en-US" dirty="0" err="1"/>
              <a:t>hội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</a:t>
            </a:r>
            <a:r>
              <a:rPr lang="en-US" dirty="0" err="1"/>
              <a:t>buổi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.</a:t>
            </a:r>
            <a:endParaRPr dirty="0"/>
          </a:p>
          <a:p>
            <a:r>
              <a:rPr lang="en-US" dirty="0"/>
              <a:t>	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gửi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ơn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Thầy</a:t>
            </a:r>
            <a:r>
              <a:rPr lang="en-US" dirty="0"/>
              <a:t> Nguyễn Đức Duy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,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qua, </a:t>
            </a:r>
            <a:r>
              <a:rPr lang="en-US" dirty="0" err="1"/>
              <a:t>Thầy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sức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ĐATN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mìn</a:t>
            </a:r>
            <a:r>
              <a:rPr lang="vi-VN" dirty="0"/>
              <a:t>h</a:t>
            </a:r>
            <a:r>
              <a:rPr lang="en-US" dirty="0"/>
              <a:t>.</a:t>
            </a:r>
          </a:p>
          <a:p>
            <a:r>
              <a:rPr lang="en-US" dirty="0"/>
              <a:t>Trong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ĐATN,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thiếu</a:t>
            </a:r>
            <a:r>
              <a:rPr lang="en-US" dirty="0"/>
              <a:t> </a:t>
            </a:r>
            <a:r>
              <a:rPr lang="en-US" dirty="0" err="1"/>
              <a:t>sót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suốt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. </a:t>
            </a:r>
            <a:r>
              <a:rPr lang="en-US" dirty="0" err="1"/>
              <a:t>Chúng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ý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,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nghiệm</a:t>
            </a:r>
            <a:r>
              <a:rPr lang="en-US" dirty="0"/>
              <a:t> ở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xã</a:t>
            </a:r>
            <a:r>
              <a:rPr lang="en-US" dirty="0"/>
              <a:t> </a:t>
            </a:r>
            <a:r>
              <a:rPr lang="en-US" dirty="0" err="1"/>
              <a:t>hội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24</TotalTime>
  <Words>306</Words>
  <Application>Microsoft Office PowerPoint</Application>
  <PresentationFormat>On-screen Show (4:3)</PresentationFormat>
  <Paragraphs>33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Hoàng Thiện Nguyễn</cp:lastModifiedBy>
  <cp:revision>4</cp:revision>
  <dcterms:created xsi:type="dcterms:W3CDTF">2013-01-27T09:14:16Z</dcterms:created>
  <dcterms:modified xsi:type="dcterms:W3CDTF">2025-07-13T15:58:01Z</dcterms:modified>
  <cp:category/>
</cp:coreProperties>
</file>